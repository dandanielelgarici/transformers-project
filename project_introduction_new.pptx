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6" r:id="rId2"/>
  </p:sldMasterIdLst>
  <p:notesMasterIdLst>
    <p:notesMasterId r:id="rId10"/>
  </p:notesMasterIdLst>
  <p:sldIdLst>
    <p:sldId id="256" r:id="rId3"/>
    <p:sldId id="272" r:id="rId4"/>
    <p:sldId id="274" r:id="rId5"/>
    <p:sldId id="270" r:id="rId6"/>
    <p:sldId id="269" r:id="rId7"/>
    <p:sldId id="273" r:id="rId8"/>
    <p:sldId id="271" r:id="rId9"/>
  </p:sldIdLst>
  <p:sldSz cx="9144000" cy="5143500" type="screen16x9"/>
  <p:notesSz cx="6858000" cy="9144000"/>
  <p:embeddedFontLst>
    <p:embeddedFont>
      <p:font typeface="Play" pitchFamily="2" charset="0"/>
      <p:regular r:id="rId11"/>
      <p:bold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62"/>
  </p:normalViewPr>
  <p:slideViewPr>
    <p:cSldViewPr snapToGrid="0">
      <p:cViewPr varScale="1">
        <p:scale>
          <a:sx n="161" d="100"/>
          <a:sy n="161" d="100"/>
        </p:scale>
        <p:origin x="94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507e6a3a8d_2_8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3507e6a3a8d_2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50a7c43bdc_1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4" name="Google Shape;524;g350a7c43bdc_1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50a7c43bdc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6" name="Google Shape;516;g350a7c43bdc_1_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50a7c43bdc_1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g350a7c43bdc_1_8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7"/>
        <p:cNvGrpSpPr/>
        <p:nvPr/>
      </p:nvGrpSpPr>
      <p:grpSpPr>
        <a:xfrm>
          <a:off x="0" y="0"/>
          <a:ext cx="0" cy="0"/>
          <a:chOff x="0" y="0"/>
          <a:chExt cx="0" cy="0"/>
        </a:xfrm>
      </p:grpSpPr>
      <p:sp>
        <p:nvSpPr>
          <p:cNvPr id="58" name="Google Shape;58;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rgbClr val="265787"/>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9" name="Google Shape;59;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SzPts val="1800"/>
              <a:buNone/>
              <a:defRPr sz="1800"/>
            </a:lvl1pPr>
            <a:lvl2pPr lvl="1" algn="ctr">
              <a:lnSpc>
                <a:spcPct val="90000"/>
              </a:lnSpc>
              <a:spcBef>
                <a:spcPts val="400"/>
              </a:spcBef>
              <a:spcAft>
                <a:spcPts val="0"/>
              </a:spcAft>
              <a:buSzPts val="1500"/>
              <a:buNone/>
              <a:defRPr sz="1500"/>
            </a:lvl2pPr>
            <a:lvl3pPr lvl="2" algn="ctr">
              <a:lnSpc>
                <a:spcPct val="90000"/>
              </a:lnSpc>
              <a:spcBef>
                <a:spcPts val="400"/>
              </a:spcBef>
              <a:spcAft>
                <a:spcPts val="0"/>
              </a:spcAft>
              <a:buSzPts val="1400"/>
              <a:buNone/>
              <a:defRPr sz="1400"/>
            </a:lvl3pPr>
            <a:lvl4pPr lvl="3" algn="ctr">
              <a:lnSpc>
                <a:spcPct val="90000"/>
              </a:lnSpc>
              <a:spcBef>
                <a:spcPts val="400"/>
              </a:spcBef>
              <a:spcAft>
                <a:spcPts val="0"/>
              </a:spcAft>
              <a:buSzPts val="1200"/>
              <a:buNone/>
              <a:defRPr sz="1200"/>
            </a:lvl4pPr>
            <a:lvl5pPr lvl="4" algn="ctr">
              <a:lnSpc>
                <a:spcPct val="90000"/>
              </a:lnSpc>
              <a:spcBef>
                <a:spcPts val="400"/>
              </a:spcBef>
              <a:spcAft>
                <a:spcPts val="0"/>
              </a:spcAft>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60" name="Google Shape;60;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Google Shape;62;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a:noFill/>
          <a:ln>
            <a:noFill/>
          </a:ln>
        </p:spPr>
        <p:txBody>
          <a:bodyPr spcFirstLastPara="1" wrap="square" lIns="68575" tIns="68575" rIns="68575" bIns="68575" anchor="t" anchorCtr="0">
            <a:normAutofit/>
          </a:bodyPr>
          <a:lstStyle>
            <a:lvl1pPr lvl="0" algn="l">
              <a:lnSpc>
                <a:spcPct val="90000"/>
              </a:lnSpc>
              <a:spcBef>
                <a:spcPts val="0"/>
              </a:spcBef>
              <a:spcAft>
                <a:spcPts val="0"/>
              </a:spcAft>
              <a:buClr>
                <a:srgbClr val="265787"/>
              </a:buClr>
              <a:buSzPts val="2100"/>
              <a:buFont typeface="Calibri"/>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a:endParaRPr/>
          </a:p>
        </p:txBody>
      </p:sp>
      <p:sp>
        <p:nvSpPr>
          <p:cNvPr id="72" name="Google Shape;72;p16"/>
          <p:cNvSpPr txBox="1">
            <a:spLocks noGrp="1"/>
          </p:cNvSpPr>
          <p:nvPr>
            <p:ph type="body" idx="1"/>
          </p:nvPr>
        </p:nvSpPr>
        <p:spPr>
          <a:xfrm>
            <a:off x="311700" y="1152475"/>
            <a:ext cx="8520600" cy="3416400"/>
          </a:xfrm>
          <a:prstGeom prst="rect">
            <a:avLst/>
          </a:prstGeom>
          <a:noFill/>
          <a:ln>
            <a:noFill/>
          </a:ln>
        </p:spPr>
        <p:txBody>
          <a:bodyPr spcFirstLastPara="1" wrap="square" lIns="68575" tIns="68575" rIns="68575" bIns="68575" anchor="t" anchorCtr="0">
            <a:normAutofit/>
          </a:bodyPr>
          <a:lstStyle>
            <a:lvl1pPr marL="457200" lvl="0" indent="-317500" algn="l">
              <a:lnSpc>
                <a:spcPct val="90000"/>
              </a:lnSpc>
              <a:spcBef>
                <a:spcPts val="0"/>
              </a:spcBef>
              <a:spcAft>
                <a:spcPts val="0"/>
              </a:spcAft>
              <a:buSzPts val="1400"/>
              <a:buChar char="●"/>
              <a:defRPr/>
            </a:lvl1pPr>
            <a:lvl2pPr marL="914400" lvl="1" indent="-298450" algn="l">
              <a:lnSpc>
                <a:spcPct val="90000"/>
              </a:lnSpc>
              <a:spcBef>
                <a:spcPts val="0"/>
              </a:spcBef>
              <a:spcAft>
                <a:spcPts val="0"/>
              </a:spcAft>
              <a:buSzPts val="1100"/>
              <a:buChar char="○"/>
              <a:defRPr/>
            </a:lvl2pPr>
            <a:lvl3pPr marL="1371600" lvl="2" indent="-298450" algn="l">
              <a:lnSpc>
                <a:spcPct val="90000"/>
              </a:lnSpc>
              <a:spcBef>
                <a:spcPts val="0"/>
              </a:spcBef>
              <a:spcAft>
                <a:spcPts val="0"/>
              </a:spcAft>
              <a:buSzPts val="1100"/>
              <a:buChar char="■"/>
              <a:defRPr/>
            </a:lvl3pPr>
            <a:lvl4pPr marL="1828800" lvl="3" indent="-298450" algn="l">
              <a:lnSpc>
                <a:spcPct val="90000"/>
              </a:lnSpc>
              <a:spcBef>
                <a:spcPts val="0"/>
              </a:spcBef>
              <a:spcAft>
                <a:spcPts val="0"/>
              </a:spcAft>
              <a:buSzPts val="1100"/>
              <a:buChar char="●"/>
              <a:defRPr/>
            </a:lvl4pPr>
            <a:lvl5pPr marL="2286000" lvl="4" indent="-298450" algn="l">
              <a:lnSpc>
                <a:spcPct val="90000"/>
              </a:lnSpc>
              <a:spcBef>
                <a:spcPts val="0"/>
              </a:spcBef>
              <a:spcAft>
                <a:spcPts val="0"/>
              </a:spcAft>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73" name="Google Shape;73;p16"/>
          <p:cNvSpPr txBox="1">
            <a:spLocks noGrp="1"/>
          </p:cNvSpPr>
          <p:nvPr>
            <p:ph type="sldNum" idx="12"/>
          </p:nvPr>
        </p:nvSpPr>
        <p:spPr>
          <a:xfrm>
            <a:off x="8472458" y="4663217"/>
            <a:ext cx="548700" cy="393600"/>
          </a:xfrm>
          <a:prstGeom prst="rect">
            <a:avLst/>
          </a:prstGeom>
          <a:noFill/>
          <a:ln>
            <a:noFill/>
          </a:ln>
        </p:spPr>
        <p:txBody>
          <a:bodyPr spcFirstLastPara="1" wrap="square" lIns="68575" tIns="68575" rIns="68575" bIns="68575" anchor="ctr" anchorCtr="0">
            <a:normAutofit/>
          </a:bodyPr>
          <a:lstStyle>
            <a:lvl1pPr marL="0" lvl="0"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1pPr>
            <a:lvl2pPr marL="0" lvl="1"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2pPr>
            <a:lvl3pPr marL="0" lvl="2"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3pPr>
            <a:lvl4pPr marL="0" lvl="3"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4pPr>
            <a:lvl5pPr marL="0" lvl="4"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5pPr>
            <a:lvl6pPr marL="0" lvl="5"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6pPr>
            <a:lvl7pPr marL="0" lvl="6"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7pPr>
            <a:lvl8pPr marL="0" lvl="7"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8pPr>
            <a:lvl9pPr marL="0" lvl="8" indent="0" algn="r">
              <a:buClr>
                <a:srgbClr val="888888"/>
              </a:buClr>
              <a:buSzPts val="3000"/>
              <a:buFont typeface="Calibri"/>
              <a:buNone/>
              <a:defRPr sz="3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265787"/>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800"/>
              <a:buNone/>
              <a:defRPr sz="1800">
                <a:solidFill>
                  <a:srgbClr val="888888"/>
                </a:solidFill>
              </a:defRPr>
            </a:lvl1pPr>
            <a:lvl2pPr marL="914400" lvl="1" indent="-228600" algn="l">
              <a:lnSpc>
                <a:spcPct val="90000"/>
              </a:lnSpc>
              <a:spcBef>
                <a:spcPts val="400"/>
              </a:spcBef>
              <a:spcAft>
                <a:spcPts val="0"/>
              </a:spcAft>
              <a:buSzPts val="1500"/>
              <a:buNone/>
              <a:defRPr sz="1500">
                <a:solidFill>
                  <a:srgbClr val="888888"/>
                </a:solidFill>
              </a:defRPr>
            </a:lvl2pPr>
            <a:lvl3pPr marL="1371600" lvl="2" indent="-228600" algn="l">
              <a:lnSpc>
                <a:spcPct val="90000"/>
              </a:lnSpc>
              <a:spcBef>
                <a:spcPts val="400"/>
              </a:spcBef>
              <a:spcAft>
                <a:spcPts val="0"/>
              </a:spcAft>
              <a:buSzPts val="1400"/>
              <a:buNone/>
              <a:defRPr sz="1400">
                <a:solidFill>
                  <a:srgbClr val="888888"/>
                </a:solidFill>
              </a:defRPr>
            </a:lvl3pPr>
            <a:lvl4pPr marL="1828800" lvl="3" indent="-228600" algn="l">
              <a:lnSpc>
                <a:spcPct val="90000"/>
              </a:lnSpc>
              <a:spcBef>
                <a:spcPts val="400"/>
              </a:spcBef>
              <a:spcAft>
                <a:spcPts val="0"/>
              </a:spcAft>
              <a:buSzPts val="1200"/>
              <a:buNone/>
              <a:defRPr sz="1200">
                <a:solidFill>
                  <a:srgbClr val="888888"/>
                </a:solidFill>
              </a:defRPr>
            </a:lvl4pPr>
            <a:lvl5pPr marL="2286000" lvl="4" indent="-228600" algn="l">
              <a:lnSpc>
                <a:spcPct val="90000"/>
              </a:lnSpc>
              <a:spcBef>
                <a:spcPts val="400"/>
              </a:spcBef>
              <a:spcAft>
                <a:spcPts val="0"/>
              </a:spcAft>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7" name="Google Shape;77;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26578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8"/>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3" name="Google Shape;83;p18"/>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6" name="Google Shape;86;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26578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9" name="Google Shape;89;p19"/>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SzPts val="1800"/>
              <a:buNone/>
              <a:defRPr sz="1800" b="1"/>
            </a:lvl1pPr>
            <a:lvl2pPr marL="914400" lvl="1" indent="-228600" algn="l">
              <a:lnSpc>
                <a:spcPct val="90000"/>
              </a:lnSpc>
              <a:spcBef>
                <a:spcPts val="400"/>
              </a:spcBef>
              <a:spcAft>
                <a:spcPts val="0"/>
              </a:spcAft>
              <a:buSzPts val="1500"/>
              <a:buNone/>
              <a:defRPr sz="1500" b="1"/>
            </a:lvl2pPr>
            <a:lvl3pPr marL="1371600" lvl="2" indent="-228600" algn="l">
              <a:lnSpc>
                <a:spcPct val="90000"/>
              </a:lnSpc>
              <a:spcBef>
                <a:spcPts val="400"/>
              </a:spcBef>
              <a:spcAft>
                <a:spcPts val="0"/>
              </a:spcAft>
              <a:buSzPts val="1400"/>
              <a:buNone/>
              <a:defRPr sz="1400" b="1"/>
            </a:lvl3pPr>
            <a:lvl4pPr marL="1828800" lvl="3" indent="-228600" algn="l">
              <a:lnSpc>
                <a:spcPct val="90000"/>
              </a:lnSpc>
              <a:spcBef>
                <a:spcPts val="400"/>
              </a:spcBef>
              <a:spcAft>
                <a:spcPts val="0"/>
              </a:spcAft>
              <a:buSzPts val="1200"/>
              <a:buNone/>
              <a:defRPr sz="1200" b="1"/>
            </a:lvl4pPr>
            <a:lvl5pPr marL="2286000" lvl="4" indent="-228600" algn="l">
              <a:lnSpc>
                <a:spcPct val="90000"/>
              </a:lnSpc>
              <a:spcBef>
                <a:spcPts val="400"/>
              </a:spcBef>
              <a:spcAft>
                <a:spcPts val="0"/>
              </a:spcAft>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0" name="Google Shape;90;p19"/>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1" name="Google Shape;91;p19"/>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SzPts val="1800"/>
              <a:buNone/>
              <a:defRPr sz="1800" b="1"/>
            </a:lvl1pPr>
            <a:lvl2pPr marL="914400" lvl="1" indent="-228600" algn="l">
              <a:lnSpc>
                <a:spcPct val="90000"/>
              </a:lnSpc>
              <a:spcBef>
                <a:spcPts val="400"/>
              </a:spcBef>
              <a:spcAft>
                <a:spcPts val="0"/>
              </a:spcAft>
              <a:buSzPts val="1500"/>
              <a:buNone/>
              <a:defRPr sz="1500" b="1"/>
            </a:lvl2pPr>
            <a:lvl3pPr marL="1371600" lvl="2" indent="-228600" algn="l">
              <a:lnSpc>
                <a:spcPct val="90000"/>
              </a:lnSpc>
              <a:spcBef>
                <a:spcPts val="400"/>
              </a:spcBef>
              <a:spcAft>
                <a:spcPts val="0"/>
              </a:spcAft>
              <a:buSzPts val="1400"/>
              <a:buNone/>
              <a:defRPr sz="1400" b="1"/>
            </a:lvl3pPr>
            <a:lvl4pPr marL="1828800" lvl="3" indent="-228600" algn="l">
              <a:lnSpc>
                <a:spcPct val="90000"/>
              </a:lnSpc>
              <a:spcBef>
                <a:spcPts val="400"/>
              </a:spcBef>
              <a:spcAft>
                <a:spcPts val="0"/>
              </a:spcAft>
              <a:buSzPts val="1200"/>
              <a:buNone/>
              <a:defRPr sz="1200" b="1"/>
            </a:lvl4pPr>
            <a:lvl5pPr marL="2286000" lvl="4" indent="-228600" algn="l">
              <a:lnSpc>
                <a:spcPct val="90000"/>
              </a:lnSpc>
              <a:spcBef>
                <a:spcPts val="400"/>
              </a:spcBef>
              <a:spcAft>
                <a:spcPts val="0"/>
              </a:spcAft>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2" name="Google Shape;92;p1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3" name="Google Shape;93;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5" name="Google Shape;95;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26578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8" name="Google Shape;98;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9" name="Google Shape;99;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1"/>
        <p:cNvGrpSpPr/>
        <p:nvPr/>
      </p:nvGrpSpPr>
      <p:grpSpPr>
        <a:xfrm>
          <a:off x="0" y="0"/>
          <a:ext cx="0" cy="0"/>
          <a:chOff x="0" y="0"/>
          <a:chExt cx="0" cy="0"/>
        </a:xfrm>
      </p:grpSpPr>
      <p:sp>
        <p:nvSpPr>
          <p:cNvPr id="102" name="Google Shape;102;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3" name="Google Shape;103;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265787"/>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7" name="Google Shape;107;p2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SzPts val="2400"/>
              <a:buChar char="⮚"/>
              <a:defRPr sz="2400"/>
            </a:lvl1pPr>
            <a:lvl2pPr marL="914400" lvl="1" indent="-361950" algn="l">
              <a:lnSpc>
                <a:spcPct val="90000"/>
              </a:lnSpc>
              <a:spcBef>
                <a:spcPts val="400"/>
              </a:spcBef>
              <a:spcAft>
                <a:spcPts val="0"/>
              </a:spcAft>
              <a:buSzPts val="2100"/>
              <a:buChar char="⮚"/>
              <a:defRPr sz="2100"/>
            </a:lvl2pPr>
            <a:lvl3pPr marL="1371600" lvl="2" indent="-342900" algn="l">
              <a:lnSpc>
                <a:spcPct val="90000"/>
              </a:lnSpc>
              <a:spcBef>
                <a:spcPts val="400"/>
              </a:spcBef>
              <a:spcAft>
                <a:spcPts val="0"/>
              </a:spcAft>
              <a:buSzPts val="1800"/>
              <a:buChar char="⮚"/>
              <a:defRPr sz="1800"/>
            </a:lvl3pPr>
            <a:lvl4pPr marL="1828800" lvl="3" indent="-323850" algn="l">
              <a:lnSpc>
                <a:spcPct val="90000"/>
              </a:lnSpc>
              <a:spcBef>
                <a:spcPts val="400"/>
              </a:spcBef>
              <a:spcAft>
                <a:spcPts val="0"/>
              </a:spcAft>
              <a:buSzPts val="1500"/>
              <a:buChar char="⮚"/>
              <a:defRPr sz="1500"/>
            </a:lvl4pPr>
            <a:lvl5pPr marL="2286000" lvl="4" indent="-323850" algn="l">
              <a:lnSpc>
                <a:spcPct val="90000"/>
              </a:lnSpc>
              <a:spcBef>
                <a:spcPts val="400"/>
              </a:spcBef>
              <a:spcAft>
                <a:spcPts val="0"/>
              </a:spcAft>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8" name="Google Shape;108;p2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200"/>
              <a:buNone/>
              <a:defRPr sz="1200"/>
            </a:lvl1pPr>
            <a:lvl2pPr marL="914400" lvl="1" indent="-228600" algn="l">
              <a:lnSpc>
                <a:spcPct val="90000"/>
              </a:lnSpc>
              <a:spcBef>
                <a:spcPts val="400"/>
              </a:spcBef>
              <a:spcAft>
                <a:spcPts val="0"/>
              </a:spcAft>
              <a:buSzPts val="1100"/>
              <a:buNone/>
              <a:defRPr sz="110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800"/>
              <a:buNone/>
              <a:defRPr sz="800"/>
            </a:lvl4pPr>
            <a:lvl5pPr marL="2286000" lvl="4" indent="-228600" algn="l">
              <a:lnSpc>
                <a:spcPct val="90000"/>
              </a:lnSpc>
              <a:spcBef>
                <a:spcPts val="400"/>
              </a:spcBef>
              <a:spcAft>
                <a:spcPts val="0"/>
              </a:spcAft>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9" name="Google Shape;109;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265787"/>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4" name="Google Shape;114;p23"/>
          <p:cNvSpPr>
            <a:spLocks noGrp="1"/>
          </p:cNvSpPr>
          <p:nvPr>
            <p:ph type="pic" idx="2"/>
          </p:nvPr>
        </p:nvSpPr>
        <p:spPr>
          <a:xfrm>
            <a:off x="3887391" y="740569"/>
            <a:ext cx="4629150" cy="3655219"/>
          </a:xfrm>
          <a:prstGeom prst="rect">
            <a:avLst/>
          </a:prstGeom>
          <a:noFill/>
          <a:ln>
            <a:noFill/>
          </a:ln>
        </p:spPr>
      </p:sp>
      <p:sp>
        <p:nvSpPr>
          <p:cNvPr id="115" name="Google Shape;115;p2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SzPts val="1200"/>
              <a:buNone/>
              <a:defRPr sz="1200"/>
            </a:lvl1pPr>
            <a:lvl2pPr marL="914400" lvl="1" indent="-228600" algn="l">
              <a:lnSpc>
                <a:spcPct val="90000"/>
              </a:lnSpc>
              <a:spcBef>
                <a:spcPts val="400"/>
              </a:spcBef>
              <a:spcAft>
                <a:spcPts val="0"/>
              </a:spcAft>
              <a:buSzPts val="1100"/>
              <a:buNone/>
              <a:defRPr sz="1100"/>
            </a:lvl2pPr>
            <a:lvl3pPr marL="1371600" lvl="2" indent="-228600" algn="l">
              <a:lnSpc>
                <a:spcPct val="90000"/>
              </a:lnSpc>
              <a:spcBef>
                <a:spcPts val="400"/>
              </a:spcBef>
              <a:spcAft>
                <a:spcPts val="0"/>
              </a:spcAft>
              <a:buSzPts val="900"/>
              <a:buNone/>
              <a:defRPr sz="900"/>
            </a:lvl3pPr>
            <a:lvl4pPr marL="1828800" lvl="3" indent="-228600" algn="l">
              <a:lnSpc>
                <a:spcPct val="90000"/>
              </a:lnSpc>
              <a:spcBef>
                <a:spcPts val="400"/>
              </a:spcBef>
              <a:spcAft>
                <a:spcPts val="0"/>
              </a:spcAft>
              <a:buSzPts val="800"/>
              <a:buNone/>
              <a:defRPr sz="800"/>
            </a:lvl4pPr>
            <a:lvl5pPr marL="2286000" lvl="4" indent="-228600" algn="l">
              <a:lnSpc>
                <a:spcPct val="90000"/>
              </a:lnSpc>
              <a:spcBef>
                <a:spcPts val="400"/>
              </a:spcBef>
              <a:spcAft>
                <a:spcPts val="0"/>
              </a:spcAft>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26578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26578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SzPts val="1400"/>
              <a:buChar char="⮚"/>
              <a:defRPr/>
            </a:lvl1pPr>
            <a:lvl2pPr marL="914400" lvl="1" indent="-317500" algn="l">
              <a:lnSpc>
                <a:spcPct val="90000"/>
              </a:lnSpc>
              <a:spcBef>
                <a:spcPts val="400"/>
              </a:spcBef>
              <a:spcAft>
                <a:spcPts val="0"/>
              </a:spcAft>
              <a:buSzPts val="14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2"/>
        <p:cNvGrpSpPr/>
        <p:nvPr/>
      </p:nvGrpSpPr>
      <p:grpSpPr>
        <a:xfrm>
          <a:off x="0" y="0"/>
          <a:ext cx="0" cy="0"/>
          <a:chOff x="0" y="0"/>
          <a:chExt cx="0" cy="0"/>
        </a:xfrm>
      </p:grpSpPr>
      <p:sp>
        <p:nvSpPr>
          <p:cNvPr id="213" name="Google Shape;213;p3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4" name="Google Shape;214;p39"/>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5" name="Google Shape;215;p3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6" name="Google Shape;216;p3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7" name="Google Shape;217;p3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8"/>
        <p:cNvGrpSpPr/>
        <p:nvPr/>
      </p:nvGrpSpPr>
      <p:grpSpPr>
        <a:xfrm>
          <a:off x="0" y="0"/>
          <a:ext cx="0" cy="0"/>
          <a:chOff x="0" y="0"/>
          <a:chExt cx="0" cy="0"/>
        </a:xfrm>
      </p:grpSpPr>
      <p:sp>
        <p:nvSpPr>
          <p:cNvPr id="219" name="Google Shape;219;p4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0" name="Google Shape;220;p40"/>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221" name="Google Shape;221;p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2" name="Google Shape;222;p4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3" name="Google Shape;223;p4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4"/>
        <p:cNvGrpSpPr/>
        <p:nvPr/>
      </p:nvGrpSpPr>
      <p:grpSpPr>
        <a:xfrm>
          <a:off x="0" y="0"/>
          <a:ext cx="0" cy="0"/>
          <a:chOff x="0" y="0"/>
          <a:chExt cx="0" cy="0"/>
        </a:xfrm>
      </p:grpSpPr>
      <p:sp>
        <p:nvSpPr>
          <p:cNvPr id="225" name="Google Shape;225;p41"/>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6" name="Google Shape;226;p41"/>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a:p>
        </p:txBody>
      </p:sp>
      <p:sp>
        <p:nvSpPr>
          <p:cNvPr id="227" name="Google Shape;227;p4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8" name="Google Shape;228;p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9" name="Google Shape;229;p4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0"/>
        <p:cNvGrpSpPr/>
        <p:nvPr/>
      </p:nvGrpSpPr>
      <p:grpSpPr>
        <a:xfrm>
          <a:off x="0" y="0"/>
          <a:ext cx="0" cy="0"/>
          <a:chOff x="0" y="0"/>
          <a:chExt cx="0" cy="0"/>
        </a:xfrm>
      </p:grpSpPr>
      <p:sp>
        <p:nvSpPr>
          <p:cNvPr id="231" name="Google Shape;231;p42"/>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2" name="Google Shape;232;p42"/>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33" name="Google Shape;233;p42"/>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34" name="Google Shape;234;p4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5" name="Google Shape;235;p4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6" name="Google Shape;236;p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37"/>
        <p:cNvGrpSpPr/>
        <p:nvPr/>
      </p:nvGrpSpPr>
      <p:grpSpPr>
        <a:xfrm>
          <a:off x="0" y="0"/>
          <a:ext cx="0" cy="0"/>
          <a:chOff x="0" y="0"/>
          <a:chExt cx="0" cy="0"/>
        </a:xfrm>
      </p:grpSpPr>
      <p:sp>
        <p:nvSpPr>
          <p:cNvPr id="238" name="Google Shape;238;p43"/>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9" name="Google Shape;239;p43"/>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40" name="Google Shape;240;p43"/>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41" name="Google Shape;241;p43"/>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42" name="Google Shape;242;p43"/>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43" name="Google Shape;243;p4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4" name="Google Shape;244;p4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5" name="Google Shape;245;p4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6"/>
        <p:cNvGrpSpPr/>
        <p:nvPr/>
      </p:nvGrpSpPr>
      <p:grpSpPr>
        <a:xfrm>
          <a:off x="0" y="0"/>
          <a:ext cx="0" cy="0"/>
          <a:chOff x="0" y="0"/>
          <a:chExt cx="0" cy="0"/>
        </a:xfrm>
      </p:grpSpPr>
      <p:sp>
        <p:nvSpPr>
          <p:cNvPr id="247" name="Google Shape;247;p4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48" name="Google Shape;248;p4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9" name="Google Shape;249;p4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0" name="Google Shape;250;p4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1"/>
        <p:cNvGrpSpPr/>
        <p:nvPr/>
      </p:nvGrpSpPr>
      <p:grpSpPr>
        <a:xfrm>
          <a:off x="0" y="0"/>
          <a:ext cx="0" cy="0"/>
          <a:chOff x="0" y="0"/>
          <a:chExt cx="0" cy="0"/>
        </a:xfrm>
      </p:grpSpPr>
      <p:sp>
        <p:nvSpPr>
          <p:cNvPr id="252" name="Google Shape;252;p4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3" name="Google Shape;253;p4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4" name="Google Shape;254;p4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55"/>
        <p:cNvGrpSpPr/>
        <p:nvPr/>
      </p:nvGrpSpPr>
      <p:grpSpPr>
        <a:xfrm>
          <a:off x="0" y="0"/>
          <a:ext cx="0" cy="0"/>
          <a:chOff x="0" y="0"/>
          <a:chExt cx="0" cy="0"/>
        </a:xfrm>
      </p:grpSpPr>
      <p:sp>
        <p:nvSpPr>
          <p:cNvPr id="256" name="Google Shape;256;p46"/>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7" name="Google Shape;257;p46"/>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258" name="Google Shape;258;p46"/>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59" name="Google Shape;259;p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0" name="Google Shape;260;p4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1" name="Google Shape;261;p4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62"/>
        <p:cNvGrpSpPr/>
        <p:nvPr/>
      </p:nvGrpSpPr>
      <p:grpSpPr>
        <a:xfrm>
          <a:off x="0" y="0"/>
          <a:ext cx="0" cy="0"/>
          <a:chOff x="0" y="0"/>
          <a:chExt cx="0" cy="0"/>
        </a:xfrm>
      </p:grpSpPr>
      <p:sp>
        <p:nvSpPr>
          <p:cNvPr id="263" name="Google Shape;263;p47"/>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64" name="Google Shape;264;p47"/>
          <p:cNvSpPr>
            <a:spLocks noGrp="1"/>
          </p:cNvSpPr>
          <p:nvPr>
            <p:ph type="pic" idx="2"/>
          </p:nvPr>
        </p:nvSpPr>
        <p:spPr>
          <a:xfrm>
            <a:off x="3887391" y="740569"/>
            <a:ext cx="4629150" cy="3655219"/>
          </a:xfrm>
          <a:prstGeom prst="rect">
            <a:avLst/>
          </a:prstGeom>
          <a:noFill/>
          <a:ln>
            <a:noFill/>
          </a:ln>
        </p:spPr>
      </p:sp>
      <p:sp>
        <p:nvSpPr>
          <p:cNvPr id="265" name="Google Shape;265;p47"/>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66" name="Google Shape;266;p4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7" name="Google Shape;267;p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8" name="Google Shape;268;p4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69"/>
        <p:cNvGrpSpPr/>
        <p:nvPr/>
      </p:nvGrpSpPr>
      <p:grpSpPr>
        <a:xfrm>
          <a:off x="0" y="0"/>
          <a:ext cx="0" cy="0"/>
          <a:chOff x="0" y="0"/>
          <a:chExt cx="0" cy="0"/>
        </a:xfrm>
      </p:grpSpPr>
      <p:sp>
        <p:nvSpPr>
          <p:cNvPr id="270" name="Google Shape;270;p4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71" name="Google Shape;271;p48"/>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2" name="Google Shape;272;p4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3" name="Google Shape;273;p4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4" name="Google Shape;274;p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5"/>
        <p:cNvGrpSpPr/>
        <p:nvPr/>
      </p:nvGrpSpPr>
      <p:grpSpPr>
        <a:xfrm>
          <a:off x="0" y="0"/>
          <a:ext cx="0" cy="0"/>
          <a:chOff x="0" y="0"/>
          <a:chExt cx="0" cy="0"/>
        </a:xfrm>
      </p:grpSpPr>
      <p:sp>
        <p:nvSpPr>
          <p:cNvPr id="276" name="Google Shape;276;p49"/>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77" name="Google Shape;277;p49"/>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8" name="Google Shape;278;p4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9" name="Google Shape;279;p4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0" name="Google Shape;280;p4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rgbClr val="265787"/>
              </a:buClr>
              <a:buSzPts val="3300"/>
              <a:buFont typeface="Calibri"/>
              <a:buNone/>
              <a:defRPr sz="3300" b="0" i="0" u="none" strike="noStrike" cap="none">
                <a:solidFill>
                  <a:srgbClr val="265787"/>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rgbClr val="D59F0F"/>
              </a:buClr>
              <a:buSzPts val="2100"/>
              <a:buFont typeface="Noto Sans Symbols"/>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rgbClr val="D59F0F"/>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rgbClr val="D59F0F"/>
              </a:buClr>
              <a:buSzPts val="1500"/>
              <a:buFont typeface="Noto Sans Symbols"/>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rgbClr val="D59F0F"/>
              </a:buClr>
              <a:buSzPts val="1400"/>
              <a:buFont typeface="Noto Sans Symbols"/>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rgbClr val="D59F0F"/>
              </a:buClr>
              <a:buSzPts val="1400"/>
              <a:buFont typeface="Noto Sans Symbols"/>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3000" b="0" i="0" u="none" strike="noStrike" cap="none">
                <a:solidFill>
                  <a:srgbClr val="888888"/>
                </a:solidFill>
                <a:latin typeface="Calibri"/>
                <a:ea typeface="Calibri"/>
                <a:cs typeface="Calibri"/>
                <a:sym typeface="Calibri"/>
              </a:defRPr>
            </a:lvl1pPr>
            <a:lvl2pPr marL="0" marR="0" lvl="1" indent="0" algn="r" rtl="0">
              <a:spcBef>
                <a:spcPts val="0"/>
              </a:spcBef>
              <a:buNone/>
              <a:defRPr sz="3000" b="0" i="0" u="none" strike="noStrike" cap="none">
                <a:solidFill>
                  <a:srgbClr val="888888"/>
                </a:solidFill>
                <a:latin typeface="Calibri"/>
                <a:ea typeface="Calibri"/>
                <a:cs typeface="Calibri"/>
                <a:sym typeface="Calibri"/>
              </a:defRPr>
            </a:lvl2pPr>
            <a:lvl3pPr marL="0" marR="0" lvl="2" indent="0" algn="r" rtl="0">
              <a:spcBef>
                <a:spcPts val="0"/>
              </a:spcBef>
              <a:buNone/>
              <a:defRPr sz="3000" b="0" i="0" u="none" strike="noStrike" cap="none">
                <a:solidFill>
                  <a:srgbClr val="888888"/>
                </a:solidFill>
                <a:latin typeface="Calibri"/>
                <a:ea typeface="Calibri"/>
                <a:cs typeface="Calibri"/>
                <a:sym typeface="Calibri"/>
              </a:defRPr>
            </a:lvl3pPr>
            <a:lvl4pPr marL="0" marR="0" lvl="3" indent="0" algn="r" rtl="0">
              <a:spcBef>
                <a:spcPts val="0"/>
              </a:spcBef>
              <a:buNone/>
              <a:defRPr sz="3000" b="0" i="0" u="none" strike="noStrike" cap="none">
                <a:solidFill>
                  <a:srgbClr val="888888"/>
                </a:solidFill>
                <a:latin typeface="Calibri"/>
                <a:ea typeface="Calibri"/>
                <a:cs typeface="Calibri"/>
                <a:sym typeface="Calibri"/>
              </a:defRPr>
            </a:lvl4pPr>
            <a:lvl5pPr marL="0" marR="0" lvl="4" indent="0" algn="r" rtl="0">
              <a:spcBef>
                <a:spcPts val="0"/>
              </a:spcBef>
              <a:buNone/>
              <a:defRPr sz="3000" b="0" i="0" u="none" strike="noStrike" cap="none">
                <a:solidFill>
                  <a:srgbClr val="888888"/>
                </a:solidFill>
                <a:latin typeface="Calibri"/>
                <a:ea typeface="Calibri"/>
                <a:cs typeface="Calibri"/>
                <a:sym typeface="Calibri"/>
              </a:defRPr>
            </a:lvl5pPr>
            <a:lvl6pPr marL="0" marR="0" lvl="5" indent="0" algn="r" rtl="0">
              <a:spcBef>
                <a:spcPts val="0"/>
              </a:spcBef>
              <a:buNone/>
              <a:defRPr sz="3000" b="0" i="0" u="none" strike="noStrike" cap="none">
                <a:solidFill>
                  <a:srgbClr val="888888"/>
                </a:solidFill>
                <a:latin typeface="Calibri"/>
                <a:ea typeface="Calibri"/>
                <a:cs typeface="Calibri"/>
                <a:sym typeface="Calibri"/>
              </a:defRPr>
            </a:lvl6pPr>
            <a:lvl7pPr marL="0" marR="0" lvl="6" indent="0" algn="r" rtl="0">
              <a:spcBef>
                <a:spcPts val="0"/>
              </a:spcBef>
              <a:buNone/>
              <a:defRPr sz="3000" b="0" i="0" u="none" strike="noStrike" cap="none">
                <a:solidFill>
                  <a:srgbClr val="888888"/>
                </a:solidFill>
                <a:latin typeface="Calibri"/>
                <a:ea typeface="Calibri"/>
                <a:cs typeface="Calibri"/>
                <a:sym typeface="Calibri"/>
              </a:defRPr>
            </a:lvl7pPr>
            <a:lvl8pPr marL="0" marR="0" lvl="7" indent="0" algn="r" rtl="0">
              <a:spcBef>
                <a:spcPts val="0"/>
              </a:spcBef>
              <a:buNone/>
              <a:defRPr sz="3000" b="0" i="0" u="none" strike="noStrike" cap="none">
                <a:solidFill>
                  <a:srgbClr val="888888"/>
                </a:solidFill>
                <a:latin typeface="Calibri"/>
                <a:ea typeface="Calibri"/>
                <a:cs typeface="Calibri"/>
                <a:sym typeface="Calibri"/>
              </a:defRPr>
            </a:lvl8pPr>
            <a:lvl9pPr marL="0" marR="0" lvl="8" indent="0" algn="r" rtl="0">
              <a:spcBef>
                <a:spcPts val="0"/>
              </a:spcBef>
              <a:buNone/>
              <a:defRPr sz="3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56" name="Google Shape;56;p13"/>
          <p:cNvPicPr preferRelativeResize="0"/>
          <p:nvPr/>
        </p:nvPicPr>
        <p:blipFill rotWithShape="1">
          <a:blip r:embed="rId13">
            <a:alphaModFix/>
          </a:blip>
          <a:srcRect/>
          <a:stretch/>
        </p:blipFill>
        <p:spPr>
          <a:xfrm>
            <a:off x="114300" y="4605263"/>
            <a:ext cx="6110081" cy="47575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3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208" name="Google Shape;208;p38"/>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09" name="Google Shape;209;p3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210" name="Google Shape;210;p3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211" name="Google Shape;211;p3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0"/>
          <p:cNvSpPr txBox="1">
            <a:spLocks noGrp="1"/>
          </p:cNvSpPr>
          <p:nvPr>
            <p:ph type="ctrTitle"/>
          </p:nvPr>
        </p:nvSpPr>
        <p:spPr>
          <a:xfrm>
            <a:off x="1143000" y="474025"/>
            <a:ext cx="6858000" cy="973775"/>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rgbClr val="265787"/>
              </a:buClr>
              <a:buSzPts val="3300"/>
              <a:buFont typeface="Calibri"/>
              <a:buNone/>
            </a:pPr>
            <a:r>
              <a:rPr lang="en" sz="3300" dirty="0"/>
              <a:t>236004: Introduction to Transformers and Attention-based networks</a:t>
            </a:r>
            <a:endParaRPr dirty="0"/>
          </a:p>
        </p:txBody>
      </p:sp>
      <p:sp>
        <p:nvSpPr>
          <p:cNvPr id="286" name="Google Shape;286;p50"/>
          <p:cNvSpPr txBox="1">
            <a:spLocks noGrp="1"/>
          </p:cNvSpPr>
          <p:nvPr>
            <p:ph type="subTitle" idx="1"/>
          </p:nvPr>
        </p:nvSpPr>
        <p:spPr>
          <a:xfrm>
            <a:off x="1143000" y="2701528"/>
            <a:ext cx="6858000" cy="1409296"/>
          </a:xfrm>
          <a:prstGeom prst="rect">
            <a:avLst/>
          </a:prstGeom>
          <a:noFill/>
          <a:ln>
            <a:noFill/>
          </a:ln>
        </p:spPr>
        <p:txBody>
          <a:bodyPr spcFirstLastPara="1" wrap="square" lIns="68575" tIns="34275" rIns="68575" bIns="34275" anchor="t" anchorCtr="0">
            <a:normAutofit/>
          </a:bodyPr>
          <a:lstStyle/>
          <a:p>
            <a:pPr marL="0" lvl="0" indent="0">
              <a:spcBef>
                <a:spcPts val="0"/>
              </a:spcBef>
            </a:pPr>
            <a:r>
              <a:rPr lang="en-US" dirty="0"/>
              <a:t>Daniel Elgarici, Gil Kizner , Eden Dembinsky</a:t>
            </a:r>
            <a:endParaRPr lang="he-IL" dirty="0"/>
          </a:p>
          <a:p>
            <a:pPr marL="0" lvl="0" indent="0" algn="ctr" rtl="0">
              <a:lnSpc>
                <a:spcPct val="90000"/>
              </a:lnSpc>
              <a:spcBef>
                <a:spcPts val="0"/>
              </a:spcBef>
              <a:spcAft>
                <a:spcPts val="0"/>
              </a:spcAft>
              <a:buSzPts val="1800"/>
              <a:buNone/>
            </a:pPr>
            <a:endParaRPr lang="en" dirty="0"/>
          </a:p>
          <a:p>
            <a:pPr marL="0" indent="0">
              <a:spcBef>
                <a:spcPts val="0"/>
              </a:spcBef>
            </a:pPr>
            <a:r>
              <a:rPr lang="en-US" dirty="0"/>
              <a:t>Supervised by Amir Mann</a:t>
            </a:r>
          </a:p>
          <a:p>
            <a:pPr marL="0" lvl="0" indent="0" algn="ctr" rtl="0">
              <a:lnSpc>
                <a:spcPct val="90000"/>
              </a:lnSpc>
              <a:spcBef>
                <a:spcPts val="0"/>
              </a:spcBef>
              <a:spcAft>
                <a:spcPts val="0"/>
              </a:spcAft>
              <a:buSzPts val="1800"/>
              <a:buNone/>
            </a:pPr>
            <a:endParaRPr lang="en-US" dirty="0"/>
          </a:p>
          <a:p>
            <a:pPr marL="0" indent="0">
              <a:spcBef>
                <a:spcPts val="0"/>
              </a:spcBef>
            </a:pPr>
            <a:r>
              <a:rPr lang="en" dirty="0"/>
              <a:t>Spring 2025</a:t>
            </a:r>
          </a:p>
          <a:p>
            <a:pPr marL="0" lvl="0" indent="0" algn="ctr" rtl="0">
              <a:lnSpc>
                <a:spcPct val="90000"/>
              </a:lnSpc>
              <a:spcBef>
                <a:spcPts val="0"/>
              </a:spcBef>
              <a:spcAft>
                <a:spcPts val="0"/>
              </a:spcAft>
              <a:buSzPts val="1800"/>
              <a:buNone/>
            </a:pPr>
            <a:endParaRPr dirty="0"/>
          </a:p>
        </p:txBody>
      </p:sp>
      <p:sp>
        <p:nvSpPr>
          <p:cNvPr id="287" name="Google Shape;287;p50"/>
          <p:cNvSpPr txBox="1"/>
          <p:nvPr/>
        </p:nvSpPr>
        <p:spPr>
          <a:xfrm>
            <a:off x="1143000" y="1885712"/>
            <a:ext cx="6858000" cy="556260"/>
          </a:xfrm>
          <a:prstGeom prst="rect">
            <a:avLst/>
          </a:prstGeom>
          <a:noFill/>
          <a:ln>
            <a:noFill/>
          </a:ln>
        </p:spPr>
        <p:txBody>
          <a:bodyPr spcFirstLastPara="1" wrap="square" lIns="68575" tIns="34275" rIns="68575" bIns="34275" anchor="b" anchorCtr="0">
            <a:noAutofit/>
          </a:bodyPr>
          <a:lstStyle/>
          <a:p>
            <a:pPr lvl="0" algn="ctr">
              <a:lnSpc>
                <a:spcPct val="90000"/>
              </a:lnSpc>
              <a:buClr>
                <a:schemeClr val="dk1"/>
              </a:buClr>
              <a:buSzPts val="3300"/>
            </a:pPr>
            <a:r>
              <a:rPr lang="en-US" sz="2800" dirty="0"/>
              <a:t>Ablation study for architectures in MDM</a:t>
            </a:r>
            <a:endParaRPr sz="2000" dirty="0"/>
          </a:p>
        </p:txBody>
      </p:sp>
      <p:sp>
        <p:nvSpPr>
          <p:cNvPr id="288" name="Google Shape;288;p5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231AE-F15F-B942-C889-C6F9554C550C}"/>
              </a:ext>
            </a:extLst>
          </p:cNvPr>
          <p:cNvSpPr>
            <a:spLocks noGrp="1"/>
          </p:cNvSpPr>
          <p:nvPr>
            <p:ph type="title"/>
          </p:nvPr>
        </p:nvSpPr>
        <p:spPr/>
        <p:txBody>
          <a:bodyPr>
            <a:normAutofit fontScale="90000"/>
          </a:bodyPr>
          <a:lstStyle/>
          <a:p>
            <a:r>
              <a:rPr lang="en-US" b="1" dirty="0"/>
              <a:t>Project description</a:t>
            </a:r>
            <a:endParaRPr lang="en-IL" dirty="0"/>
          </a:p>
        </p:txBody>
      </p:sp>
      <p:sp>
        <p:nvSpPr>
          <p:cNvPr id="3" name="Text Placeholder 2">
            <a:extLst>
              <a:ext uri="{FF2B5EF4-FFF2-40B4-BE49-F238E27FC236}">
                <a16:creationId xmlns:a16="http://schemas.microsoft.com/office/drawing/2014/main" id="{80F8CE9B-3028-ECC7-7D85-374D646AE382}"/>
              </a:ext>
            </a:extLst>
          </p:cNvPr>
          <p:cNvSpPr>
            <a:spLocks noGrp="1"/>
          </p:cNvSpPr>
          <p:nvPr>
            <p:ph type="body" idx="1"/>
          </p:nvPr>
        </p:nvSpPr>
        <p:spPr/>
        <p:txBody>
          <a:bodyPr/>
          <a:lstStyle/>
          <a:p>
            <a:r>
              <a:rPr lang="en-US" dirty="0"/>
              <a:t>Human motion data represents the 3D positions of a person over time, typically formatted as an array of shape (N frames × J joints). Generating and modeling such motions — especially from text prompts — is a key task in computer vision, with applications in gaming, animation, world simulation, robotics, and beyond. A strong baseline for this task is MDM (Motion Diffusion Model), published in late 2022, which uses a diffusion model with a transformer encoder tokenized over frames. However, MDM’s architectural exploration remains preliminary.</a:t>
            </a:r>
          </a:p>
          <a:p>
            <a:r>
              <a:rPr lang="en-US" dirty="0"/>
              <a:t>This project aims to investigate alternative transformer architectures for motion diffusion, analyzing their impact on generation quality, modeling performance, and robustness</a:t>
            </a:r>
          </a:p>
          <a:p>
            <a:pPr marL="139700" indent="0">
              <a:buNone/>
            </a:pPr>
            <a:endParaRPr lang="en-IL" dirty="0"/>
          </a:p>
        </p:txBody>
      </p:sp>
    </p:spTree>
    <p:extLst>
      <p:ext uri="{BB962C8B-B14F-4D97-AF65-F5344CB8AC3E}">
        <p14:creationId xmlns:p14="http://schemas.microsoft.com/office/powerpoint/2010/main" val="245890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18F22-880A-9CF7-8F5F-2F55BFBA1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F105B-8644-E7A7-EAE3-017723EBCB22}"/>
              </a:ext>
            </a:extLst>
          </p:cNvPr>
          <p:cNvSpPr>
            <a:spLocks noGrp="1"/>
          </p:cNvSpPr>
          <p:nvPr>
            <p:ph type="title"/>
          </p:nvPr>
        </p:nvSpPr>
        <p:spPr/>
        <p:txBody>
          <a:bodyPr>
            <a:normAutofit fontScale="90000"/>
          </a:bodyPr>
          <a:lstStyle/>
          <a:p>
            <a:r>
              <a:rPr lang="en-US" b="1" dirty="0"/>
              <a:t>Background 	</a:t>
            </a:r>
            <a:endParaRPr lang="en-IL" dirty="0"/>
          </a:p>
        </p:txBody>
      </p:sp>
      <p:sp>
        <p:nvSpPr>
          <p:cNvPr id="3" name="Text Placeholder 2">
            <a:extLst>
              <a:ext uri="{FF2B5EF4-FFF2-40B4-BE49-F238E27FC236}">
                <a16:creationId xmlns:a16="http://schemas.microsoft.com/office/drawing/2014/main" id="{9955FF72-E14D-CB0E-924F-8543A7EEFCC9}"/>
              </a:ext>
            </a:extLst>
          </p:cNvPr>
          <p:cNvSpPr>
            <a:spLocks noGrp="1"/>
          </p:cNvSpPr>
          <p:nvPr>
            <p:ph type="body" idx="1"/>
          </p:nvPr>
        </p:nvSpPr>
        <p:spPr/>
        <p:txBody>
          <a:bodyPr/>
          <a:lstStyle/>
          <a:p>
            <a:r>
              <a:rPr lang="en-IL" dirty="0"/>
              <a:t>MDM</a:t>
            </a:r>
          </a:p>
        </p:txBody>
      </p:sp>
    </p:spTree>
    <p:extLst>
      <p:ext uri="{BB962C8B-B14F-4D97-AF65-F5344CB8AC3E}">
        <p14:creationId xmlns:p14="http://schemas.microsoft.com/office/powerpoint/2010/main" val="1535939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6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Play"/>
              <a:buNone/>
            </a:pPr>
            <a:r>
              <a:rPr lang="en"/>
              <a:t>MDM – Motion Diffusion model</a:t>
            </a:r>
            <a:endParaRPr/>
          </a:p>
        </p:txBody>
      </p:sp>
      <p:sp>
        <p:nvSpPr>
          <p:cNvPr id="527" name="Google Shape;527;p64"/>
          <p:cNvSpPr txBox="1">
            <a:spLocks noGrp="1"/>
          </p:cNvSpPr>
          <p:nvPr>
            <p:ph type="body" idx="1"/>
          </p:nvPr>
        </p:nvSpPr>
        <p:spPr>
          <a:xfrm>
            <a:off x="628650" y="4500821"/>
            <a:ext cx="7886700" cy="368835"/>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100"/>
              <a:buNone/>
            </a:pPr>
            <a:r>
              <a:rPr lang="en"/>
              <a:t>MDM, Tevet et al, 2022</a:t>
            </a:r>
            <a:endParaRPr/>
          </a:p>
        </p:txBody>
      </p:sp>
      <p:pic>
        <p:nvPicPr>
          <p:cNvPr id="528" name="Google Shape;528;p64"/>
          <p:cNvPicPr preferRelativeResize="0"/>
          <p:nvPr/>
        </p:nvPicPr>
        <p:blipFill rotWithShape="1">
          <a:blip r:embed="rId3">
            <a:alphaModFix/>
          </a:blip>
          <a:srcRect/>
          <a:stretch/>
        </p:blipFill>
        <p:spPr>
          <a:xfrm>
            <a:off x="356599" y="1485697"/>
            <a:ext cx="8430802" cy="29007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Play"/>
              <a:buNone/>
            </a:pPr>
            <a:r>
              <a:rPr lang="en"/>
              <a:t>Human Motion</a:t>
            </a:r>
            <a:endParaRPr/>
          </a:p>
        </p:txBody>
      </p:sp>
      <p:pic>
        <p:nvPicPr>
          <p:cNvPr id="519" name="Google Shape;519;p63"/>
          <p:cNvPicPr preferRelativeResize="0">
            <a:picLocks noGrp="1"/>
          </p:cNvPicPr>
          <p:nvPr>
            <p:ph type="body" idx="1"/>
          </p:nvPr>
        </p:nvPicPr>
        <p:blipFill rotWithShape="1">
          <a:blip r:embed="rId3">
            <a:alphaModFix/>
          </a:blip>
          <a:srcRect/>
          <a:stretch/>
        </p:blipFill>
        <p:spPr>
          <a:xfrm>
            <a:off x="220662" y="1080424"/>
            <a:ext cx="4351338" cy="3263504"/>
          </a:xfrm>
          <a:prstGeom prst="rect">
            <a:avLst/>
          </a:prstGeom>
          <a:noFill/>
          <a:ln>
            <a:noFill/>
          </a:ln>
          <a:effectLst>
            <a:outerShdw blurRad="63500" sx="102000" sy="102000" algn="ctr" rotWithShape="0">
              <a:srgbClr val="000000">
                <a:alpha val="40000"/>
              </a:srgbClr>
            </a:outerShdw>
          </a:effectLst>
        </p:spPr>
      </p:pic>
      <p:pic>
        <p:nvPicPr>
          <p:cNvPr id="520" name="Google Shape;520;p63"/>
          <p:cNvPicPr preferRelativeResize="0"/>
          <p:nvPr/>
        </p:nvPicPr>
        <p:blipFill rotWithShape="1">
          <a:blip r:embed="rId4">
            <a:alphaModFix/>
          </a:blip>
          <a:srcRect/>
          <a:stretch/>
        </p:blipFill>
        <p:spPr>
          <a:xfrm>
            <a:off x="4664948" y="1080424"/>
            <a:ext cx="4194096" cy="3810663"/>
          </a:xfrm>
          <a:prstGeom prst="rect">
            <a:avLst/>
          </a:prstGeom>
          <a:noFill/>
          <a:ln>
            <a:noFill/>
          </a:ln>
        </p:spPr>
      </p:pic>
      <p:sp>
        <p:nvSpPr>
          <p:cNvPr id="521" name="Google Shape;521;p63"/>
          <p:cNvSpPr txBox="1"/>
          <p:nvPr/>
        </p:nvSpPr>
        <p:spPr>
          <a:xfrm>
            <a:off x="284956" y="4406339"/>
            <a:ext cx="5247367" cy="484748"/>
          </a:xfrm>
          <a:prstGeom prst="rect">
            <a:avLst/>
          </a:prstGeom>
          <a:blipFill rotWithShape="1">
            <a:blip r:embed="rId5">
              <a:alphaModFix/>
            </a:blip>
            <a:stretch>
              <a:fillRect b="-15092"/>
            </a:stretch>
          </a:blip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b="0" i="0" u="none" strike="noStrike" cap="none">
                <a:latin typeface="Arial"/>
                <a:ea typeface="Arial"/>
                <a:cs typeface="Arial"/>
                <a:sym typeface="Arial"/>
              </a:rPr>
              <a:t> </a:t>
            </a:r>
            <a:endParaRPr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9"/>
                                        </p:tgtEl>
                                        <p:attrNameLst>
                                          <p:attrName>style.visibility</p:attrName>
                                        </p:attrNameLst>
                                      </p:cBhvr>
                                      <p:to>
                                        <p:strVal val="visible"/>
                                      </p:to>
                                    </p:set>
                                    <p:animEffect transition="in" filter="fade">
                                      <p:cBhvr>
                                        <p:cTn id="7" dur="5000"/>
                                        <p:tgtEl>
                                          <p:spTgt spid="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0A6D9-F816-95A7-EFDB-7D3A2F35B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9109C-4D05-D142-59E7-3EB6FB9903E1}"/>
              </a:ext>
            </a:extLst>
          </p:cNvPr>
          <p:cNvSpPr>
            <a:spLocks noGrp="1"/>
          </p:cNvSpPr>
          <p:nvPr>
            <p:ph type="title"/>
          </p:nvPr>
        </p:nvSpPr>
        <p:spPr/>
        <p:txBody>
          <a:bodyPr>
            <a:normAutofit fontScale="90000"/>
          </a:bodyPr>
          <a:lstStyle/>
          <a:p>
            <a:r>
              <a:rPr lang="en-US" b="1" dirty="0"/>
              <a:t>Expected outcome</a:t>
            </a:r>
            <a:endParaRPr lang="en-IL" dirty="0"/>
          </a:p>
        </p:txBody>
      </p:sp>
      <p:sp>
        <p:nvSpPr>
          <p:cNvPr id="3" name="Text Placeholder 2">
            <a:extLst>
              <a:ext uri="{FF2B5EF4-FFF2-40B4-BE49-F238E27FC236}">
                <a16:creationId xmlns:a16="http://schemas.microsoft.com/office/drawing/2014/main" id="{7665BEF4-9672-9299-386D-76AE08BC3C7E}"/>
              </a:ext>
            </a:extLst>
          </p:cNvPr>
          <p:cNvSpPr>
            <a:spLocks noGrp="1"/>
          </p:cNvSpPr>
          <p:nvPr>
            <p:ph type="body" idx="1"/>
          </p:nvPr>
        </p:nvSpPr>
        <p:spPr/>
        <p:txBody>
          <a:bodyPr/>
          <a:lstStyle/>
          <a:p>
            <a:r>
              <a:rPr lang="en-US" dirty="0"/>
              <a:t>Training a few variations of MDM with different tokenization, attention mechanisms or transformer architectures showing their results. Can also include mathematical analysis of the tokenization meaning for training and generation (or lack thereof).</a:t>
            </a:r>
            <a:endParaRPr lang="en-IL" dirty="0"/>
          </a:p>
        </p:txBody>
      </p:sp>
    </p:spTree>
    <p:extLst>
      <p:ext uri="{BB962C8B-B14F-4D97-AF65-F5344CB8AC3E}">
        <p14:creationId xmlns:p14="http://schemas.microsoft.com/office/powerpoint/2010/main" val="1243411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Play"/>
              <a:buNone/>
            </a:pPr>
            <a:r>
              <a:rPr lang="en" dirty="0"/>
              <a:t>Transformer architecture ablation is missing</a:t>
            </a:r>
            <a:endParaRPr dirty="0"/>
          </a:p>
        </p:txBody>
      </p:sp>
      <p:sp>
        <p:nvSpPr>
          <p:cNvPr id="534" name="Google Shape;534;p6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p>
            <a:pPr marL="177800" lvl="0" indent="-171450" algn="l" rtl="0">
              <a:lnSpc>
                <a:spcPct val="90000"/>
              </a:lnSpc>
              <a:spcBef>
                <a:spcPts val="0"/>
              </a:spcBef>
              <a:spcAft>
                <a:spcPts val="0"/>
              </a:spcAft>
              <a:buClr>
                <a:schemeClr val="dk1"/>
              </a:buClr>
              <a:buSzPts val="2100"/>
              <a:buChar char="•"/>
            </a:pPr>
            <a:r>
              <a:rPr lang="en" dirty="0"/>
              <a:t>Cross attention with the text input</a:t>
            </a:r>
            <a:endParaRPr dirty="0"/>
          </a:p>
          <a:p>
            <a:pPr marL="177800" lvl="0" indent="-171450" algn="l" rtl="0">
              <a:lnSpc>
                <a:spcPct val="90000"/>
              </a:lnSpc>
              <a:spcBef>
                <a:spcPts val="800"/>
              </a:spcBef>
              <a:spcAft>
                <a:spcPts val="0"/>
              </a:spcAft>
              <a:buClr>
                <a:schemeClr val="dk1"/>
              </a:buClr>
              <a:buSzPts val="2100"/>
              <a:buChar char="•"/>
            </a:pPr>
            <a:r>
              <a:rPr lang="en" dirty="0"/>
              <a:t>Sequence tokenizing for the transformer:</a:t>
            </a:r>
            <a:endParaRPr dirty="0"/>
          </a:p>
          <a:p>
            <a:pPr marL="520700" lvl="1" indent="-177800" algn="l" rtl="0">
              <a:lnSpc>
                <a:spcPct val="90000"/>
              </a:lnSpc>
              <a:spcBef>
                <a:spcPts val="400"/>
              </a:spcBef>
              <a:spcAft>
                <a:spcPts val="0"/>
              </a:spcAft>
              <a:buClr>
                <a:schemeClr val="dk1"/>
              </a:buClr>
              <a:buSzPts val="1800"/>
              <a:buChar char="•"/>
            </a:pPr>
            <a:r>
              <a:rPr lang="en" dirty="0"/>
              <a:t>Over time (in paper)</a:t>
            </a:r>
            <a:endParaRPr dirty="0"/>
          </a:p>
          <a:p>
            <a:pPr marL="520700" lvl="1" indent="-177800" algn="l" rtl="0">
              <a:lnSpc>
                <a:spcPct val="90000"/>
              </a:lnSpc>
              <a:spcBef>
                <a:spcPts val="400"/>
              </a:spcBef>
              <a:spcAft>
                <a:spcPts val="0"/>
              </a:spcAft>
              <a:buClr>
                <a:schemeClr val="dk1"/>
              </a:buClr>
              <a:buSzPts val="1800"/>
              <a:buChar char="•"/>
            </a:pPr>
            <a:r>
              <a:rPr lang="en" dirty="0"/>
              <a:t>Over joints</a:t>
            </a:r>
            <a:endParaRPr dirty="0"/>
          </a:p>
          <a:p>
            <a:pPr marL="520700" lvl="1" indent="-177800" algn="l" rtl="0">
              <a:lnSpc>
                <a:spcPct val="90000"/>
              </a:lnSpc>
              <a:spcBef>
                <a:spcPts val="400"/>
              </a:spcBef>
              <a:spcAft>
                <a:spcPts val="0"/>
              </a:spcAft>
              <a:buClr>
                <a:schemeClr val="dk1"/>
              </a:buClr>
              <a:buSzPts val="1800"/>
              <a:buChar char="•"/>
            </a:pPr>
            <a:r>
              <a:rPr lang="en" dirty="0"/>
              <a:t>Combinations</a:t>
            </a:r>
            <a:endParaRPr dirty="0"/>
          </a:p>
          <a:p>
            <a:pPr marL="177800" lvl="0" indent="-171450" algn="l" rtl="0">
              <a:lnSpc>
                <a:spcPct val="90000"/>
              </a:lnSpc>
              <a:spcBef>
                <a:spcPts val="800"/>
              </a:spcBef>
              <a:spcAft>
                <a:spcPts val="0"/>
              </a:spcAft>
              <a:buClr>
                <a:schemeClr val="dk1"/>
              </a:buClr>
              <a:buSzPts val="2100"/>
              <a:buChar char="•"/>
            </a:pPr>
            <a:r>
              <a:rPr lang="en" dirty="0"/>
              <a:t>Encoder vs Decoder vs Encoder Decoder</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5344</TotalTime>
  <Words>244</Words>
  <Application>Microsoft Macintosh PowerPoint</Application>
  <PresentationFormat>On-screen Show (16:9)</PresentationFormat>
  <Paragraphs>26</Paragraphs>
  <Slides>7</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Play</vt:lpstr>
      <vt:lpstr>Calibri</vt:lpstr>
      <vt:lpstr>Noto Sans Symbols</vt:lpstr>
      <vt:lpstr>Office Theme</vt:lpstr>
      <vt:lpstr>Office Theme</vt:lpstr>
      <vt:lpstr>236004: Introduction to Transformers and Attention-based networks</vt:lpstr>
      <vt:lpstr>Project description</vt:lpstr>
      <vt:lpstr>Background  </vt:lpstr>
      <vt:lpstr>MDM – Motion Diffusion model</vt:lpstr>
      <vt:lpstr>Human Motion</vt:lpstr>
      <vt:lpstr>Expected outcome</vt:lpstr>
      <vt:lpstr>Transformer architecture ablation is missing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Daniel Elgarici</cp:lastModifiedBy>
  <cp:revision>2</cp:revision>
  <dcterms:modified xsi:type="dcterms:W3CDTF">2025-07-03T08:29:01Z</dcterms:modified>
</cp:coreProperties>
</file>